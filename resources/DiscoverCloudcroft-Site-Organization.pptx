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DiscoverCloudcroft.com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Organization &amp; Content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April 9,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at a Glance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hub covering everything Cloudcroft, New Mexico — organized into ten top-level sections.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65176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828800"/>
            <a:ext cx="265176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574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828800"/>
            <a:ext cx="265176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0574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1828800"/>
            <a:ext cx="265176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0574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9189720" y="3063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Do · Eat · Stay · Shop · Events · Season · Visit · Auto · Profile · Resources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D4A"/>
                </a:solidFill>
              </a:rPr>
              <a:t>Plus a canonical hub guide and seasonal/archive support material.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— Things To 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Hikes, trails, camping, golf, pickleball, biking and more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complete-guide-to-activities-to-do-in-cloudcroft-2026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91440" cy="4480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67665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Hike: best trails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camping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Camping guide 2026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National Forest guide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 Canyon Trestle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Trail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2026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golf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Pickleball (x2)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103120"/>
            <a:ext cx="91440" cy="4480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activities-to-do-2026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hike-in-cloudcroft-2026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best-camping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bike-in-cloudcroft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disc-golf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golf-2026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pickleball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run-trails-and-races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 — Where To Eat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dining scene: restaurants, cafes, breweries and bakeries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complete-guide-where-to-eat-in-cloudcroft-2026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91440" cy="4480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67665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 guide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Daddy's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Bear Coffee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Brother-n-Law BBQ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Cloudcroft Sandwich Shop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Dave's Cafe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Dusty Boots Cafe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the Cake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Eighteen99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Rollin'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Jack's BBQ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Water Winery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Barrel Tea Co.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 Cloudcroft Food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Bar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103120"/>
            <a:ext cx="91440" cy="4480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cloudcroft-dining-guide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eat-brewery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brewery profile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black-bear-coffee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sandwich-shop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daves-cafe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dusty-boots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eight-the-cake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eighteen99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kennabelle-bakery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levain-bakery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old-barrel-tea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ski-cloudcroft-food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— Lodging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cabins, hostels, B&amp;Bs and vacation rentals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complete-guide-to-lodging-in-cloudcroft-new-mexico-2026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91440" cy="4480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67665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lodging guide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 Street Boardinghouse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Cabins at Cloudcroft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Cloudcroft Hostel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Crofting Inn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Dusty Boots Motel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Cloudcroft Hotel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Spruce Cabins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Lodge at Cloudcroft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Summit Inn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 rentals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103120"/>
            <a:ext cx="91440" cy="4480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lodging-guide-2026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other-lodging-2026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burro-street-boardinghouse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burro-street booking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cloudcroft-hostel-2026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booking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booking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crofting-inn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dusty-boots-motel booking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grand-cloudcroft-hotel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spruce-cabins booking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the-lodge-2026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summit-inn booking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— Shopping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Boutiques, galleries, outfitters and essentials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complete-guide-where-to-shop-in-cloudcroft-2026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91440" cy="4480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67665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guide 2026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galleries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 and Ivy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 Ave Trading Post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Blu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Dollar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Altitude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Karma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Village Hardware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Beaten Path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 the Bear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Redwall Jewelry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Highland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103120"/>
            <a:ext cx="91440" cy="4480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shopping-guide-2026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aspen-and-ivy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burro-ave-trading-post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coco-blu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family-dollar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high-altitude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instant-karma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kings-treasure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new-village-hardware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off-the-beaten-path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poke-the-bear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redwall-jewelry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the-highland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— Annual Happenings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Festivals, celebrations and signature Cloudcroft events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 ·  top-events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132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03120"/>
            <a:ext cx="91440" cy="4480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67665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Beerfest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 in Cloudcroft 2026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Market 2026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4th Celebration 2026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Mayfair 2026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Oktoberfest 2026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Altitude Classic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Lumberjack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103120"/>
            <a:ext cx="91440" cy="4480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29184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where-to-find-live-music-in-cloudcroft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 · Visit · Auto · Profile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</a:rPr>
              <a:t>Supporting content that rounds out the visitor experience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577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91440" cy="2514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</a:rPr>
              <a:t>Seasonal guides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577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371600"/>
            <a:ext cx="91440" cy="2514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463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1828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</a:rPr>
              <a:t>Nearby excursions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where-to-visit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nearby-visits.md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577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69080"/>
            <a:ext cx="91440" cy="2514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60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</a:rPr>
              <a:t>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guide-auto-services-2026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cloudcroft-automobile-repair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truck-and-auto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wrecker-service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rick-rogers-auto-equipment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577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069080"/>
            <a:ext cx="91440" cy="2514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160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37960" y="4526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</a:rPr>
              <a:t>Long-form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484632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Cloudcroft Brewery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Levain Bakery (High Rolls)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— Visitor Reference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info: planning, history, emergencies, FAQ and contacts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71323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91440" cy="5303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676656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resources.html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emergency-services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what-to-know-about-insurance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zenith-park-in-cloudcroft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280160"/>
            <a:ext cx="36576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280160"/>
            <a:ext cx="91440" cy="53035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Sources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1783080"/>
            <a:ext cx="329184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emergency-services.md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insurance.md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4A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zenith-park.md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Assets &amp; Infrastructure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577840" cy="2286000"/>
          </a:xfrm>
          <a:prstGeom prst="rect">
            <a:avLst/>
          </a:prstGeom>
          <a:solidFill>
            <a:srgbClr val="22352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css/common.css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js/common.js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style/entity-template.html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ui-entity / ui-topic / ui-topic-theme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577840" cy="2286000"/>
          </a:xfrm>
          <a:prstGeom prst="rect">
            <a:avLst/>
          </a:prstGeom>
          <a:solidFill>
            <a:srgbClr val="22352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media/ (images)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assets across all sections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577840" cy="2286000"/>
          </a:xfrm>
          <a:prstGeom prst="rect">
            <a:avLst/>
          </a:prstGeom>
          <a:solidFill>
            <a:srgbClr val="22352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06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Docs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COLOR-PALETTE-MEMO.md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SEO-STRATEGY-MEMO.md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069080"/>
            <a:ext cx="5577840" cy="2286000"/>
          </a:xfrm>
          <a:prstGeom prst="rect">
            <a:avLst/>
          </a:prstGeom>
          <a:solidFill>
            <a:srgbClr val="22352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206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Library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47091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content-all-cloudcroft.md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activities-to-do-2026.md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8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content-archive/ (all-discover, sacramento-mountains, history, lincoln-nf, mm-editorial)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</a:rPr>
              <a:t>DiscoverCloudcroft.com  ·  Site map generated 2026-04-09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DiscoverCloudcroft.com Site Organization</dc:title>
  <dc:subject>PptxGenJS Presentation</dc:subject>
  <dc:creator>Chris</dc:creator>
  <cp:lastModifiedBy>Chris</cp:lastModifiedBy>
  <cp:revision>1</cp:revision>
  <dcterms:created xsi:type="dcterms:W3CDTF">2026-04-09T18:35:29Z</dcterms:created>
  <dcterms:modified xsi:type="dcterms:W3CDTF">2026-04-09T18:35:29Z</dcterms:modified>
</cp:coreProperties>
</file>